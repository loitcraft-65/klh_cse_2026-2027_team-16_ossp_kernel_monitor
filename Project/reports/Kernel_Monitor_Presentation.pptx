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57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54864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4864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86868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86868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86868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Monitor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terminal-based real-time system monitoring utility for Linux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0D9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•  SECTION 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Saahas Vaddi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Lohith Sanapala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Rithwik Rapaka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 |  2026–27, Term-I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ABSTRACT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Kernel Monitor?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Monitor is a lightweight, terminal-based system monitoring utility written entirely in C for Ubuntu/Linux. It delivers real-time visibility into system resource usage without any graphical dashboard, web interface, or external service.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live data straight from the Linux </a:t>
            </a:r>
            <a:r>
              <a:rPr lang="en-US" sz="1400" b="1" dirty="0">
                <a:solidFill>
                  <a:srgbClr val="0A8F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</a:t>
            </a:r>
            <a:r>
              <a:rPr lang="en-US" sz="14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filesystem — CPU stats, memory usage, and per-process details — then parses, displays, and continuously refreshes it in the terminal, with threshold-based alerts and full activity logging.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06640" y="160020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3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1828800"/>
            <a:ext cx="548640" cy="54864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35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1764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tracking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/proc/stat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28346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3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35240" y="3063240"/>
            <a:ext cx="548640" cy="54864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352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tracking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/proc/meminfo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406908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3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4297680"/>
            <a:ext cx="548640" cy="54864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233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Space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performance issues on Linux today means switching between several native tools — each showing only a narrow slice of system state, with no unified view, no historical logging, and no automated alerting.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C20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14600" y="2606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C20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606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C20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vmstat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2606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C20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iostat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single-purpose tools — no shared history, no correlation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0881360" cy="0"/>
          </a:xfrm>
          <a:prstGeom prst="line">
            <a:avLst/>
          </a:prstGeom>
          <a:noFill/>
          <a:ln w="12700">
            <a:solidFill>
              <a:srgbClr val="E1E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Operating Systems &amp; Systems Programming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128016" cy="128016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understanding process scheduling and memory management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04104"/>
            <a:ext cx="128016" cy="128016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349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reading kernel-exposed state via /proc and system calls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907024"/>
            <a:ext cx="128016" cy="128016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52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translating low-level data into an accessible, real-time view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EXISTING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Native Utilities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single-purpose view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ps, vmstat, and iostat each expose only one slice of system state.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logging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974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over time cannot be tracked or reviewed after the fact.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14800"/>
            <a:ext cx="640080" cy="64008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87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alerting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46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CPU load, memory pressure, or runaway processes go unnoticed until manually checked.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⛶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087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dashboard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46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CPU, memory, and process data means manually cross-referencing tools.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PROPOSED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Monitor's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real-time, terminal-based tool that consolidates data collection, alerting, and logging — built entirely with low-level C and native Linux interfaces.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3E2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8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CPU, memory &amp; disk I/O metrics from /proc and relevant system calls.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3E2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2044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8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Aggregation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886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service aggregates, stores, and exposes metrics via an API.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3E2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8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Visualisation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886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resource usage, historical trends, and per-process breakdowns.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228600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3E2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09828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8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3886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notify users of abnormal CPU, memory, or process behaviour.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WORKFLOW / 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C20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10312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/proc &amp;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83464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/proc/stat, /proc/meminfo,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getrusage(), sysinfo()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9659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70632" y="196596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C20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10312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Collector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83464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polling &amp;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19659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92624" y="196596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C20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02352" y="210312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02352" y="283464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/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over sockets/REST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19659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14616" y="196596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C20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24344" y="210312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Rules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283464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+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comparisons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1965960"/>
            <a:ext cx="256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8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36608" y="196596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00D9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46336" y="2103120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546336" y="283464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view, trends.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8970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OS Concepts Used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F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 filesystem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94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CPU, memory &amp; process stats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F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getrusage()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5394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resource usage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F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sysinfo()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5394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memory &amp; load stats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5074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F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POSIX Sockets / IPC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5394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→ backend transfer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SOFTWARE REQUIREMENTS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Platforms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testing OS environment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65960"/>
            <a:ext cx="594360" cy="59436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data collection via system calls &amp; /proc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65960"/>
            <a:ext cx="594360" cy="59436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/ Node.js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 for aggregation &amp; 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16520" y="38404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0840" y="4114800"/>
            <a:ext cx="594360" cy="59436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9084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90840" y="4800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69084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of historical metrics &amp; logs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5560" y="38404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1C202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9880" y="4114800"/>
            <a:ext cx="594360" cy="594360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3988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39880" y="4800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3988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54864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4864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86868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86868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868680"/>
            <a:ext cx="54864" cy="54864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Clearer View into the Kernel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Monitor delivers a working, resource-efficient, Linux-based tool that unifies real-time CPU, memory, and process monitoring with historical logging and configurable alerting — all in a single, purely terminal-based environment.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28016" cy="128016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Clearer, consolidated view than fragmented CLI utilities (top, ps, vmstat, iostat)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128016" cy="128016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diagnosis of performance issues for developers, students &amp; administrators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128016" cy="128016"/>
          </a:xfrm>
          <a:prstGeom prst="ellipse">
            <a:avLst/>
          </a:prstGeom>
          <a:solidFill>
            <a:srgbClr val="00D9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reinforcement of process management, memory management &amp; /proc internals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1C20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239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D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6000" dirty="0"/>
          </a:p>
        </p:txBody>
      </p:sp>
      <p:sp>
        <p:nvSpPr>
          <p:cNvPr id="20" name="Shape 18"/>
          <p:cNvSpPr/>
          <p:nvPr/>
        </p:nvSpPr>
        <p:spPr>
          <a:xfrm>
            <a:off x="8823960" y="3520440"/>
            <a:ext cx="2331720" cy="0"/>
          </a:xfrm>
          <a:prstGeom prst="line">
            <a:avLst/>
          </a:prstGeom>
          <a:noFill/>
          <a:ln w="12700">
            <a:solidFill>
              <a:srgbClr val="343A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2396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· Section 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23960" y="4023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Saahas Vaddi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Lohith Sanapala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Rithwik Rapaka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693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Lohith Sanapala</cp:lastModifiedBy>
  <cp:revision>2</cp:revision>
  <dcterms:created xsi:type="dcterms:W3CDTF">2026-09-01T02:52:21Z</dcterms:created>
  <dcterms:modified xsi:type="dcterms:W3CDTF">2026-09-01T03:17:30Z</dcterms:modified>
</cp:coreProperties>
</file>